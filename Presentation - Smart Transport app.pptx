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K Grotesk" panose="020B0604020202020204" charset="0"/>
      <p:regular r:id="rId13"/>
    </p:embeddedFont>
    <p:embeddedFont>
      <p:font typeface="HK Grotesk Light" panose="020B0604020202020204" charset="0"/>
      <p:regular r:id="rId14"/>
    </p:embeddedFont>
    <p:embeddedFont>
      <p:font typeface="Noto Serif Display ExtraCondensed Light" panose="020B06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10287000"/>
            <a:chOff x="0" y="0"/>
            <a:chExt cx="139303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3034" cy="1593725"/>
            </a:xfrm>
            <a:custGeom>
              <a:avLst/>
              <a:gdLst/>
              <a:ahLst/>
              <a:cxnLst/>
              <a:rect l="l" t="t" r="r" b="b"/>
              <a:pathLst>
                <a:path w="1393034" h="1593725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14799" y="672465"/>
            <a:ext cx="8829201" cy="8846820"/>
            <a:chOff x="0" y="0"/>
            <a:chExt cx="11772268" cy="11795760"/>
          </a:xfrm>
        </p:grpSpPr>
        <p:sp>
          <p:nvSpPr>
            <p:cNvPr id="5" name="TextBox 5"/>
            <p:cNvSpPr txBox="1"/>
            <p:nvPr/>
          </p:nvSpPr>
          <p:spPr>
            <a:xfrm>
              <a:off x="0" y="11109960"/>
              <a:ext cx="11772268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79"/>
                </a:lnSpc>
                <a:spcBef>
                  <a:spcPct val="0"/>
                </a:spcBef>
              </a:pPr>
              <a:r>
                <a:rPr lang="en-US" sz="3399" u="none">
                  <a:solidFill>
                    <a:srgbClr val="F0F4F8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: SPARTANS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66700"/>
              <a:ext cx="11772268" cy="9974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4400"/>
                </a:lnSpc>
              </a:pPr>
              <a:r>
                <a:rPr lang="en-US" sz="14400" spc="-288">
                  <a:solidFill>
                    <a:srgbClr val="F0F4F8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SMART PUBLIC TRANSPORT SYSTEM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2101215"/>
            <a:ext cx="68865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Introduction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096000" y="3771218"/>
            <a:ext cx="11663669" cy="452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/>
            <a:r>
              <a:rPr lang="en-US" sz="4204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4204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ublic transportation is essential for daily commuting, but it presents challenges for visually impaired users. This project proposes a Smart Public Transport System App designed to make public transport accessible to both blind and general users.</a:t>
            </a:r>
          </a:p>
          <a:p>
            <a:pPr marL="0" lvl="0" indent="0" algn="just"/>
            <a:endParaRPr lang="en-US" sz="4204" u="none" strike="noStrike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33430" y="3163755"/>
            <a:ext cx="11341907" cy="176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00"/>
              </a:lnSpc>
            </a:pPr>
            <a:r>
              <a:rPr lang="en-US" sz="3833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</a:t>
            </a:r>
            <a:r>
              <a:rPr lang="en-US" sz="3833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Lack of accessibility features in current public transport apps</a:t>
            </a:r>
          </a:p>
          <a:p>
            <a:pPr marL="0" lvl="0" indent="0" algn="just">
              <a:lnSpc>
                <a:spcPts val="4600"/>
              </a:lnSpc>
            </a:pPr>
            <a:endParaRPr lang="en-US" sz="3833" u="none" strike="noStrike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33430" y="5056085"/>
            <a:ext cx="10791825" cy="112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377"/>
              </a:lnSpc>
            </a:pPr>
            <a:r>
              <a:rPr lang="en-US" sz="3647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Di</a:t>
            </a:r>
            <a:r>
              <a:rPr lang="en-US" sz="3647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fficulty in navigation and route identification for visually impaired users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574590"/>
            <a:ext cx="8115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Problem Statement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800015" y="6691008"/>
            <a:ext cx="10618391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6"/>
              </a:lnSpc>
              <a:spcBef>
                <a:spcPct val="0"/>
              </a:spcBef>
            </a:pPr>
            <a:r>
              <a:rPr lang="en-US" sz="3855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Limited real-time information and safety support</a:t>
            </a:r>
          </a:p>
          <a:p>
            <a:pPr algn="just">
              <a:lnSpc>
                <a:spcPts val="4626"/>
              </a:lnSpc>
              <a:spcBef>
                <a:spcPct val="0"/>
              </a:spcBef>
            </a:pPr>
            <a:endParaRPr lang="en-US" sz="3855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789100"/>
            <a:ext cx="5330659" cy="2717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264"/>
              </a:lnSpc>
              <a:spcBef>
                <a:spcPct val="0"/>
              </a:spcBef>
            </a:pPr>
            <a:r>
              <a:rPr lang="en-US" sz="4386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D</a:t>
            </a:r>
            <a:r>
              <a:rPr lang="en-US" sz="4386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evelop an inclusive transport application for all users</a:t>
            </a:r>
          </a:p>
          <a:p>
            <a:pPr marL="0" lvl="0" indent="0" algn="just">
              <a:lnSpc>
                <a:spcPts val="5264"/>
              </a:lnSpc>
              <a:spcBef>
                <a:spcPct val="0"/>
              </a:spcBef>
            </a:pPr>
            <a:endParaRPr lang="en-US" sz="4386" u="none" strike="noStrike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378472" y="4782032"/>
            <a:ext cx="5081263" cy="271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</a:t>
            </a:r>
            <a:r>
              <a:rPr lang="en-US" sz="4389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Enable independent travel for visually impaired individuals</a:t>
            </a:r>
          </a:p>
          <a:p>
            <a:pPr marL="0" lvl="0" indent="0" algn="just">
              <a:lnSpc>
                <a:spcPts val="5267"/>
              </a:lnSpc>
              <a:spcBef>
                <a:spcPct val="0"/>
              </a:spcBef>
            </a:pPr>
            <a:endParaRPr lang="en-US" sz="4389" u="none" strike="noStrike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909529" y="4703445"/>
            <a:ext cx="4964916" cy="339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</a:t>
            </a:r>
            <a:r>
              <a:rPr lang="en-US" sz="4389" u="none" strike="noStrike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Provide real-time updates and voice assistance for better accessibility</a:t>
            </a:r>
          </a:p>
          <a:p>
            <a:pPr marL="0" lvl="0" indent="0" algn="just">
              <a:lnSpc>
                <a:spcPts val="5267"/>
              </a:lnSpc>
              <a:spcBef>
                <a:spcPct val="0"/>
              </a:spcBef>
            </a:pPr>
            <a:endParaRPr lang="en-US" sz="4389" u="none" strike="noStrike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66750" y="1743075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Objective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743075"/>
            <a:ext cx="169545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Features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410268" y="3233696"/>
            <a:ext cx="11467463" cy="671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Voice-guided navigation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endParaRPr lang="en-US" sz="4465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• Real-time bus and route tracking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endParaRPr lang="en-US" sz="4465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• Accessible interface for blind users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endParaRPr lang="en-US" sz="4465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• Emergency alert feature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r>
              <a:rPr lang="en-US" sz="4465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Multi-language support</a:t>
            </a:r>
          </a:p>
          <a:p>
            <a:pPr algn="ctr">
              <a:lnSpc>
                <a:spcPts val="5359"/>
              </a:lnSpc>
              <a:spcBef>
                <a:spcPct val="0"/>
              </a:spcBef>
            </a:pPr>
            <a:endParaRPr lang="en-US" sz="4465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234479"/>
            <a:ext cx="5448300" cy="250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System Architecture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66750" y="4002444"/>
            <a:ext cx="17146165" cy="6122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4039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• User Application (Android/iOS)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endParaRPr lang="en-US" sz="4039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4039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• GPS and Map Integration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endParaRPr lang="en-US" sz="4039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4039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• Cloud Server for Data Storage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endParaRPr lang="en-US" sz="4039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4039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Public Transport APIs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endParaRPr lang="en-US" sz="4039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4847"/>
              </a:lnSpc>
              <a:spcBef>
                <a:spcPct val="0"/>
              </a:spcBef>
            </a:pPr>
            <a:r>
              <a:rPr lang="en-US" sz="4039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            • Voice Recognition and Text-to-Speech Modules</a:t>
            </a:r>
          </a:p>
          <a:p>
            <a:pPr algn="ctr">
              <a:lnSpc>
                <a:spcPts val="4847"/>
              </a:lnSpc>
              <a:spcBef>
                <a:spcPct val="0"/>
              </a:spcBef>
            </a:pPr>
            <a:endParaRPr lang="en-US" sz="4039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0" y="9695089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457200" y="1333500"/>
            <a:ext cx="1582102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9600" spc="-192" dirty="0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Work</a:t>
            </a:r>
            <a:r>
              <a:rPr lang="en-US" sz="9600" u="none" strike="noStrike" spc="-192" dirty="0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ing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0" y="2353068"/>
            <a:ext cx="16173450" cy="7475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indent="-742950" algn="ctr">
              <a:lnSpc>
                <a:spcPts val="5267"/>
              </a:lnSpc>
              <a:spcBef>
                <a:spcPct val="0"/>
              </a:spcBef>
              <a:buAutoNum type="arabicPeriod"/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User logs in to the app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2. Selects destination via voice or text input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 3. App suggests routes and transport modes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   4. Real-time tracking and voice updates during journey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                5. Alerts and notifications for stops and safety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" y="1180828"/>
            <a:ext cx="126396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 dirty="0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Technologies Used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867400" y="2705100"/>
            <a:ext cx="10541100" cy="6795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• Mobile Platforms: Android, iOS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• GPS and Location APIs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• AI for Speech Recognition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• Cloud Database (Firebase, AWS)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ctr">
              <a:lnSpc>
                <a:spcPts val="5267"/>
              </a:lnSpc>
              <a:spcBef>
                <a:spcPct val="0"/>
              </a:spcBef>
            </a:pPr>
            <a:r>
              <a:rPr lang="en-US" sz="4389" dirty="0">
                <a:solidFill>
                  <a:srgbClr val="F0F4F8"/>
                </a:solidFill>
                <a:latin typeface="HK Grotesk"/>
                <a:ea typeface="HK Grotesk"/>
                <a:cs typeface="HK Grotesk"/>
                <a:sym typeface="HK Grotesk"/>
              </a:rPr>
              <a:t>     • IoT for Smart Bus Sensors</a:t>
            </a:r>
          </a:p>
          <a:p>
            <a:pPr algn="ctr">
              <a:lnSpc>
                <a:spcPts val="5267"/>
              </a:lnSpc>
              <a:spcBef>
                <a:spcPct val="0"/>
              </a:spcBef>
            </a:pPr>
            <a:endParaRPr lang="en-US" sz="4389" dirty="0">
              <a:solidFill>
                <a:srgbClr val="F0F4F8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553" y="1997024"/>
            <a:ext cx="126396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Benefits &amp; Impact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773832" y="4141029"/>
            <a:ext cx="15485468" cy="474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4611" spc="-92" dirty="0">
                <a:solidFill>
                  <a:srgbClr val="F0F4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          • Promotes inclusivity and independence for blind users</a:t>
            </a:r>
          </a:p>
          <a:p>
            <a:pPr algn="ctr">
              <a:lnSpc>
                <a:spcPts val="4611"/>
              </a:lnSpc>
              <a:spcBef>
                <a:spcPct val="0"/>
              </a:spcBef>
            </a:pPr>
            <a:endParaRPr lang="en-US" sz="4611" spc="-92" dirty="0">
              <a:solidFill>
                <a:srgbClr val="F0F4F8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4611" spc="-92" dirty="0">
                <a:solidFill>
                  <a:srgbClr val="F0F4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           • Enhances commuter experience with real-time updates</a:t>
            </a:r>
          </a:p>
          <a:p>
            <a:pPr algn="ctr">
              <a:lnSpc>
                <a:spcPts val="4611"/>
              </a:lnSpc>
              <a:spcBef>
                <a:spcPct val="0"/>
              </a:spcBef>
            </a:pPr>
            <a:endParaRPr lang="en-US" sz="4611" spc="-92" dirty="0">
              <a:solidFill>
                <a:srgbClr val="F0F4F8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4611" spc="-92" dirty="0">
                <a:solidFill>
                  <a:srgbClr val="F0F4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• Encourages adoption of smart city technologies</a:t>
            </a:r>
          </a:p>
          <a:p>
            <a:pPr algn="ctr">
              <a:lnSpc>
                <a:spcPts val="4611"/>
              </a:lnSpc>
              <a:spcBef>
                <a:spcPct val="0"/>
              </a:spcBef>
            </a:pPr>
            <a:endParaRPr lang="en-US" sz="4611" spc="-92" dirty="0">
              <a:solidFill>
                <a:srgbClr val="F0F4F8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ctr">
              <a:lnSpc>
                <a:spcPts val="4611"/>
              </a:lnSpc>
              <a:spcBef>
                <a:spcPct val="0"/>
              </a:spcBef>
            </a:pPr>
            <a:r>
              <a:rPr lang="en-US" sz="4611" spc="-92" dirty="0">
                <a:solidFill>
                  <a:srgbClr val="F0F4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 • Improves safety and reliability of public transport</a:t>
            </a:r>
          </a:p>
          <a:p>
            <a:pPr algn="ctr">
              <a:lnSpc>
                <a:spcPts val="4611"/>
              </a:lnSpc>
              <a:spcBef>
                <a:spcPct val="0"/>
              </a:spcBef>
            </a:pPr>
            <a:endParaRPr lang="en-US" sz="4611" spc="-92" dirty="0">
              <a:solidFill>
                <a:srgbClr val="F0F4F8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45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0127" y="1998345"/>
            <a:ext cx="12639675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Conclusion &amp; Future Scope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5572189" y="4497705"/>
            <a:ext cx="9907113" cy="397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89"/>
              </a:lnSpc>
              <a:spcBef>
                <a:spcPct val="0"/>
              </a:spcBef>
            </a:pPr>
            <a:r>
              <a:rPr lang="en-US" sz="4389" spc="-87" dirty="0">
                <a:solidFill>
                  <a:srgbClr val="F0F4F8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This Smart Public Transport App demonstrates how technology can bridge accessibility gaps in urban mobility. Future scope includes integration with wearable devices, AI-based route prediction, and nationwide implementation.</a:t>
            </a:r>
          </a:p>
          <a:p>
            <a:pPr algn="just">
              <a:lnSpc>
                <a:spcPts val="4389"/>
              </a:lnSpc>
              <a:spcBef>
                <a:spcPct val="0"/>
              </a:spcBef>
            </a:pPr>
            <a:endParaRPr lang="en-US" sz="4389" spc="-87" dirty="0">
              <a:solidFill>
                <a:srgbClr val="F0F4F8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58125" y="0"/>
            <a:ext cx="10429875" cy="10287000"/>
            <a:chOff x="0" y="0"/>
            <a:chExt cx="161586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5861" cy="1593725"/>
            </a:xfrm>
            <a:custGeom>
              <a:avLst/>
              <a:gdLst/>
              <a:ahLst/>
              <a:cxnLst/>
              <a:rect l="l" t="t" r="r" b="b"/>
              <a:pathLst>
                <a:path w="1615861" h="1593725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r="-193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4592955"/>
            <a:ext cx="5448300" cy="128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9600" spc="-192">
                <a:solidFill>
                  <a:srgbClr val="F0F4F8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Thank You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w="19050" cap="flat">
            <a:solidFill>
              <a:srgbClr val="F0F4F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328</Words>
  <Application>Microsoft Office PowerPoint</Application>
  <PresentationFormat>Custom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HK Grotesk Light</vt:lpstr>
      <vt:lpstr>HK Grotesk</vt:lpstr>
      <vt:lpstr>Calibri</vt:lpstr>
      <vt:lpstr>Noto Serif Display ExtraCondensed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Smart Transport</dc:title>
  <dc:creator>dell</dc:creator>
  <dc:description>Presentation - Smart Transport</dc:description>
  <cp:lastModifiedBy>dell</cp:lastModifiedBy>
  <cp:revision>2</cp:revision>
  <dcterms:created xsi:type="dcterms:W3CDTF">2006-08-16T00:00:00Z</dcterms:created>
  <dcterms:modified xsi:type="dcterms:W3CDTF">2025-11-02T07:36:13Z</dcterms:modified>
  <dc:identifier>DAG3hmba0KQ</dc:identifier>
</cp:coreProperties>
</file>